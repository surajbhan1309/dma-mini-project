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808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998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152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78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39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05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913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821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75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890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3536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06443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7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41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43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1484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455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577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  <p:sldLayoutId id="2147483888" r:id="rId12"/>
    <p:sldLayoutId id="2147483889" r:id="rId13"/>
    <p:sldLayoutId id="2147483890" r:id="rId14"/>
    <p:sldLayoutId id="2147483891" r:id="rId15"/>
    <p:sldLayoutId id="2147483892" r:id="rId16"/>
    <p:sldLayoutId id="214748389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600" b="1">
                <a:solidFill>
                  <a:srgbClr val="1E1E1E"/>
                </a:solidFill>
              </a:defRPr>
            </a:pPr>
            <a:r>
              <a:t>Peer Relationships and Academic Advisor Support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2200" b="0">
                <a:solidFill>
                  <a:srgbClr val="1E1E1E"/>
                </a:solidFill>
              </a:defRPr>
            </a:pPr>
            <a:r>
              <a:t>Mini Project | Data Mining &amp; Analytics (DMA Lab)</a:t>
            </a:r>
            <a:br/>
            <a:r>
              <a:t>By Suraj Bhan Majhi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200" b="1">
                <a:solidFill>
                  <a:srgbClr val="1E1E1E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2000" b="0">
                <a:solidFill>
                  <a:srgbClr val="1E1E1E"/>
                </a:solidFill>
              </a:defRPr>
            </a:pPr>
            <a:r>
              <a:t>🎯 Objective: Analyze how peer and advisor relationships influence student satisfaction.</a:t>
            </a:r>
            <a:br/>
            <a:br/>
            <a:r>
              <a:t>📚 Background: Student success depends on both academic effort and social support.</a:t>
            </a:r>
            <a:br/>
            <a:r>
              <a:t>This study explores key interpersonal factors shaping student experiences.</a:t>
            </a:r>
            <a:br/>
            <a:br/>
            <a:r>
              <a:t>🧠 Tools Used: R (tidyverse, ggplot2)</a:t>
            </a:r>
            <a:br/>
            <a:r>
              <a:t>📊 Dataset: 'Peer Relationships and Availability of Advisors - Student Survey.csv'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Overall Relationship with Peers</a:t>
            </a:r>
          </a:p>
        </p:txBody>
      </p:sp>
      <p:pic>
        <p:nvPicPr>
          <p:cNvPr id="3" name="Picture 2" descr="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1800" b="0">
                <a:solidFill>
                  <a:srgbClr val="1E1E1E"/>
                </a:solidFill>
              </a:defRPr>
            </a:pPr>
            <a:r>
              <a:t>✅ Most students describe their peers as 'Supportive' or 'Neutral'.</a:t>
            </a:r>
            <a:br/>
            <a:r>
              <a:t>⚠️ Few face unsupportive environments.</a:t>
            </a:r>
            <a:br/>
            <a:r>
              <a:t>💡 Insight: Peer mentoring programs could help the minority facing challenges.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Overall Satisfaction with Academic Support</a:t>
            </a:r>
          </a:p>
        </p:txBody>
      </p:sp>
      <p:pic>
        <p:nvPicPr>
          <p:cNvPr id="3" name="Picture 2" descr="Rplot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1800" b="0">
                <a:solidFill>
                  <a:srgbClr val="1E1E1E"/>
                </a:solidFill>
              </a:defRPr>
            </a:pPr>
            <a:r>
              <a:t>✅ Majority score between 6–8 on satisfaction.</a:t>
            </a:r>
            <a:br/>
            <a:r>
              <a:t>💡 Insight: Students are mostly satisfied, but low scorers need additional mentoring.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Satisfaction Score by Advisor Accessibility</a:t>
            </a:r>
          </a:p>
        </p:txBody>
      </p:sp>
      <p:pic>
        <p:nvPicPr>
          <p:cNvPr id="3" name="Picture 2" descr="Rplot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1800" b="0">
                <a:solidFill>
                  <a:srgbClr val="1E1E1E"/>
                </a:solidFill>
              </a:defRPr>
            </a:pPr>
            <a:r>
              <a:t>📈 Clear positive trend: higher accessibility → higher satisfaction.</a:t>
            </a:r>
            <a:br/>
            <a:r>
              <a:t>💡 Insight: Advisor availability is crucial for academic confidence.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Common Challenges in Peer Relationships</a:t>
            </a:r>
          </a:p>
        </p:txBody>
      </p:sp>
      <p:pic>
        <p:nvPicPr>
          <p:cNvPr id="3" name="Picture 2" descr="Rplot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1800" b="0">
                <a:solidFill>
                  <a:srgbClr val="1E1E1E"/>
                </a:solidFill>
              </a:defRPr>
            </a:pPr>
            <a:r>
              <a:t>⚠️ Top issues: Competitiveness and lack of communication.</a:t>
            </a:r>
            <a:br/>
            <a:r>
              <a:t>💡 Insight: Group activities can reduce these barriers.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Gender Distribution of Respondents</a:t>
            </a:r>
          </a:p>
        </p:txBody>
      </p:sp>
      <p:pic>
        <p:nvPicPr>
          <p:cNvPr id="3" name="Picture 2" descr="Rplot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  <a:p>
            <a:pPr algn="l">
              <a:defRPr sz="1800" b="0">
                <a:solidFill>
                  <a:srgbClr val="1E1E1E"/>
                </a:solidFill>
              </a:defRPr>
            </a:pPr>
            <a:r>
              <a:rPr dirty="0"/>
              <a:t>👥 Males ≈ 70%, Females ≈ 30%.</a:t>
            </a:r>
            <a:br>
              <a:rPr dirty="0"/>
            </a:br>
            <a:r>
              <a:rPr dirty="0"/>
              <a:t>💡 Insight: Slight male dominance but fairly representative </a:t>
            </a:r>
            <a:r>
              <a:rPr dirty="0" err="1"/>
              <a:t>sa</a:t>
            </a:r>
            <a:r>
              <a:rPr lang="en-IN" dirty="0"/>
              <a:t>m</a:t>
            </a:r>
            <a:r>
              <a:rPr dirty="0" err="1"/>
              <a:t>ple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Advisor Contact Methods</a:t>
            </a:r>
          </a:p>
        </p:txBody>
      </p:sp>
      <p:pic>
        <p:nvPicPr>
          <p:cNvPr id="3" name="Picture 2" descr="Rplot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505450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defRPr sz="1800" b="0">
                <a:solidFill>
                  <a:srgbClr val="1E1E1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Biggest Difficulty Approaching Advisors</a:t>
            </a:r>
          </a:p>
        </p:txBody>
      </p:sp>
      <p:pic>
        <p:nvPicPr>
          <p:cNvPr id="3" name="Picture 2" descr="Rplot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💬 Preferred: Messaging apps and in-person meetings.</a:t>
            </a:r>
            <a:br>
              <a:rPr lang="en-US" dirty="0"/>
            </a:br>
            <a:r>
              <a:rPr lang="en-US" dirty="0"/>
              <a:t>💡 Insight: Students favor quick and direct communication channels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000" b="1">
                <a:solidFill>
                  <a:srgbClr val="1E1E1E"/>
                </a:solidFill>
              </a:defRPr>
            </a:pPr>
            <a:r>
              <a:t>Satisfaction Score by Gender</a:t>
            </a:r>
          </a:p>
        </p:txBody>
      </p:sp>
      <p:pic>
        <p:nvPicPr>
          <p:cNvPr id="3" name="Picture 2" descr="Rplot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486400"/>
            <a:ext cx="7315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800" b="0">
                <a:solidFill>
                  <a:srgbClr val="1E1E1E"/>
                </a:solidFill>
              </a:defRPr>
            </a:pPr>
            <a:r>
              <a:rPr lang="en-US" dirty="0"/>
              <a:t>🚫 Top barrier: Unclear whom to contact or advisor unavailability.</a:t>
            </a:r>
            <a:br>
              <a:rPr lang="en-US" dirty="0"/>
            </a:br>
            <a:r>
              <a:rPr lang="en-US" dirty="0"/>
              <a:t>💡 Insight: Clear communication systems can improve access.</a:t>
            </a:r>
          </a:p>
          <a:p>
            <a:pPr algn="l">
              <a:defRPr sz="1800" b="0">
                <a:solidFill>
                  <a:srgbClr val="1E1E1E"/>
                </a:solidFill>
              </a:defRPr>
            </a:pP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200" b="1">
                <a:solidFill>
                  <a:srgbClr val="1E1E1E"/>
                </a:solidFill>
              </a:defRPr>
            </a:pPr>
            <a:r>
              <a:t>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2000" b="0">
                <a:solidFill>
                  <a:srgbClr val="1E1E1E"/>
                </a:solidFill>
              </a:defRPr>
            </a:pPr>
            <a:r>
              <a:t>🔹 Peer relationships are mostly positive.</a:t>
            </a:r>
            <a:br/>
            <a:r>
              <a:t>🔹 Advisor accessibility strongly influences satisfaction.</a:t>
            </a:r>
            <a:br/>
            <a:r>
              <a:t>🔹 Messaging and in-person communication are most effective.</a:t>
            </a:r>
            <a:br/>
            <a:r>
              <a:t>🔹 Gender has little impact on support or satisfaction.</a:t>
            </a:r>
            <a:br/>
            <a:r>
              <a:t>🔹 Addressing peer competition and advisor clarity can further improve student experience.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3200" b="1">
                <a:solidFill>
                  <a:srgbClr val="1E1E1E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defRPr sz="2000" b="0">
                <a:solidFill>
                  <a:srgbClr val="1E1E1E"/>
                </a:solidFill>
              </a:defRPr>
            </a:pPr>
            <a:r>
              <a:t>✅ Supportive peers and accessible advisors enhance student satisfaction.</a:t>
            </a:r>
            <a:br/>
            <a:r>
              <a:t>✅ Institutions should encourage open communication and mentorship programs.</a:t>
            </a:r>
            <a:br/>
            <a:r>
              <a:t>✅ Transparent advisor systems improve academic engagement.</a:t>
            </a:r>
            <a:br/>
            <a:br/>
            <a:r>
              <a:t>🌟 Overall, collaboration and mentorship build a healthy academic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5</TotalTime>
  <Words>391</Words>
  <Application>Microsoft Office PowerPoint</Application>
  <PresentationFormat>On-screen Show (4:3)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Tw Cen MT</vt:lpstr>
      <vt:lpstr>Droplet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suraj bhan</cp:lastModifiedBy>
  <cp:revision>4</cp:revision>
  <dcterms:created xsi:type="dcterms:W3CDTF">2013-01-27T09:14:16Z</dcterms:created>
  <dcterms:modified xsi:type="dcterms:W3CDTF">2025-11-07T17:58:51Z</dcterms:modified>
  <cp:category/>
</cp:coreProperties>
</file>